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5EC93-0A71-D3E0-DE56-C9D978B30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DF4A77-D380-858E-BFE4-9911A5079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F8205A-2788-B6A6-3B4B-DF641451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34E75-4A6B-140F-0590-BCE26EF0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A850B-D7D1-EF7B-D144-508CDB38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8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301F9-20E9-4CC9-8CA4-770443BB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93A588-5357-8E4F-9D2D-847B86AAB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07741-2F50-52D9-6E58-84415976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87C76-BFB0-A225-3CC9-8E0C29BB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7821E7-97FF-9923-EEF8-EBF57677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61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E4C57-062E-D701-ADD9-6A347D40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12147A-F864-F8F9-E494-ACE1C792D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4015D9-14C8-4AFB-24C9-8214996C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E2D0D3-BF3E-4B20-CFFE-145D197E7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5A2791-D607-04E4-8703-684B338C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76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CB4D5-7FC8-6113-8B77-AA7891E9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C85E0-A3A0-7D71-4364-50552A5D4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6C00DC-B996-85A0-7776-B098A699A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45D65F-EAF9-C43B-17F4-8BAEEF9C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62A694-D6C7-966D-E42D-9FD4768B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0D34BC-10A4-66E8-BC72-0FEC0A08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99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6783D-8623-2922-8DCF-2103F5FD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9A04FC-D964-CA24-5EC8-6B0773AF0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4B520E-8D65-2C98-BA1E-9CC78516F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CE45A2-5CF3-EF11-29F8-23088ADF3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548946-C1C3-CF68-DEE0-F1375E077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07F7CD-8648-0188-5CF1-EAB30069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640AA2-5569-9987-1827-D07F45DE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E59482-17A2-0CE5-3FE3-C43E48C6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28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34AE4-63D8-C7E7-68C4-C68ADFA7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FDA8D3-62DF-5306-F488-D4398C3D8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C861B-584D-0898-6366-0D86FC0E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859AE8-F7F1-406B-4EE1-D6C2BC59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68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8AC855-3CF5-BD3D-CB88-3193A3B8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9D14A0-C045-6B8F-BA6E-84842339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73B48-ACA2-44F7-B29D-407B002F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78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E43B2-D7C4-D08C-08AB-262FD8125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CBD9B-BBFB-F67D-3A59-295A9276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90AF87-E7FF-F5B6-DB87-F859B031C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CAC7BF-9DEA-3634-00B4-07109A5E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DE03EC-1E7D-6A55-455A-99F74C5A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CC47FD-9F22-44CA-564D-44AFD2A0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75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615AB-B34B-2E2F-773A-CD4C2C003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64ECE1-D98B-3B0F-3F61-196C4B6B2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4AD10D-6241-EDC7-4CAD-47E9603E1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97AB29-3DB1-4612-EC16-AF588858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C18CBC-6478-7F8B-153C-BC515C67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EAF71A-F0C4-A72F-35C5-3E240B18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0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10A86-3E71-79BE-A22D-C199A883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32B62C-D42A-3042-D566-301E3D9CB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EC9EA-2666-6243-CC44-7388399B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3A637-B9E1-E29B-46B5-78ACAE37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7A777-7B9E-F083-69B7-2B362AA7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34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4D21C8-C460-6754-6ECB-91AC8E33B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88DC9D-64B8-306D-562B-63ADDF3EA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346B3-26C6-B78C-899E-80C57517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6E63C-2833-7C90-6EC3-11A39AFE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464C5-94A8-A2CC-99E2-4EA84463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0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C270B9-5B65-8A37-26A9-153C6FAD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8C402E-D151-2828-02F3-3C9ACBB8C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E73D2-E4C7-AB12-6428-471CD37A9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618FE-AF86-4644-8229-734917133CC8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F27100-EFAF-11DE-4B11-14553F41D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7023B-64B2-130F-BE8E-014BBA6B0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B2BED-AB2C-4818-A645-0B1B2C292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0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6F41BF-0F0D-CE7A-247B-1DBC06D328DB}"/>
              </a:ext>
            </a:extLst>
          </p:cNvPr>
          <p:cNvSpPr txBox="1"/>
          <p:nvPr/>
        </p:nvSpPr>
        <p:spPr>
          <a:xfrm>
            <a:off x="460310" y="422988"/>
            <a:ext cx="471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응력 </a:t>
            </a:r>
            <a:r>
              <a:rPr lang="en-US" altLang="ko-KR" dirty="0"/>
              <a:t>long term </a:t>
            </a:r>
            <a:r>
              <a:rPr lang="ko-KR" altLang="en-US" dirty="0"/>
              <a:t>해석하는테 필요한 </a:t>
            </a:r>
            <a:r>
              <a:rPr lang="en-US" altLang="ko-KR" dirty="0"/>
              <a:t>key word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ED2765-0BE4-F541-DB85-622A1147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952499"/>
            <a:ext cx="9334500" cy="15525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B0C4A3D-BAA7-7FA9-C461-F7A95B14A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" y="2590914"/>
            <a:ext cx="6542314" cy="380211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751F38-640B-7FA5-A969-BC29727B3D1F}"/>
              </a:ext>
            </a:extLst>
          </p:cNvPr>
          <p:cNvSpPr/>
          <p:nvPr/>
        </p:nvSpPr>
        <p:spPr>
          <a:xfrm>
            <a:off x="174171" y="5791200"/>
            <a:ext cx="590939" cy="1803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6DE1C2-797D-6879-7548-1AF88B460BE3}"/>
              </a:ext>
            </a:extLst>
          </p:cNvPr>
          <p:cNvSpPr txBox="1"/>
          <p:nvPr/>
        </p:nvSpPr>
        <p:spPr>
          <a:xfrm>
            <a:off x="1013927" y="5881396"/>
            <a:ext cx="479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Job </a:t>
            </a:r>
            <a:r>
              <a:rPr lang="ko-KR" altLang="en-US" dirty="0">
                <a:solidFill>
                  <a:srgbClr val="FF0000"/>
                </a:solidFill>
              </a:rPr>
              <a:t>파일에서 출력 </a:t>
            </a:r>
            <a:r>
              <a:rPr lang="en-US" altLang="ko-KR" dirty="0">
                <a:solidFill>
                  <a:srgbClr val="FF0000"/>
                </a:solidFill>
              </a:rPr>
              <a:t>key word “S”</a:t>
            </a:r>
            <a:r>
              <a:rPr lang="ko-KR" altLang="en-US" dirty="0">
                <a:solidFill>
                  <a:srgbClr val="FF0000"/>
                </a:solidFill>
              </a:rPr>
              <a:t>를 인입합니다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14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6F41BF-0F0D-CE7A-247B-1DBC06D328DB}"/>
              </a:ext>
            </a:extLst>
          </p:cNvPr>
          <p:cNvSpPr txBox="1"/>
          <p:nvPr/>
        </p:nvSpPr>
        <p:spPr>
          <a:xfrm>
            <a:off x="460310" y="422988"/>
            <a:ext cx="255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구조응력해석결과 모음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ED2765-0BE4-F541-DB85-622A1147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952499"/>
            <a:ext cx="9334500" cy="15525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68A45DC-73D6-4EE2-6D8B-4F5F30CC8966}"/>
              </a:ext>
            </a:extLst>
          </p:cNvPr>
          <p:cNvSpPr/>
          <p:nvPr/>
        </p:nvSpPr>
        <p:spPr>
          <a:xfrm>
            <a:off x="329682" y="1810139"/>
            <a:ext cx="8932506" cy="4727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286E9C-F53F-F34D-EA0A-B9F74F076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8" y="2966260"/>
            <a:ext cx="5375860" cy="36250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F5952E6-3B99-2C10-0B08-65E25A44A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169" y="2787163"/>
            <a:ext cx="4179367" cy="39832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3EE39B5-17B9-C719-0F44-BE2B21CD0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957" y="2724577"/>
            <a:ext cx="5140859" cy="404582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D14963F-91AE-FEFB-E51A-CBE8458880CF}"/>
              </a:ext>
            </a:extLst>
          </p:cNvPr>
          <p:cNvSpPr txBox="1"/>
          <p:nvPr/>
        </p:nvSpPr>
        <p:spPr>
          <a:xfrm>
            <a:off x="10002417" y="2724577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FE_D017.inp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C0DD41-EA5E-5233-F134-6B8B281CBA59}"/>
              </a:ext>
            </a:extLst>
          </p:cNvPr>
          <p:cNvSpPr txBox="1"/>
          <p:nvPr/>
        </p:nvSpPr>
        <p:spPr>
          <a:xfrm>
            <a:off x="5275903" y="2892948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D017-F045.inp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871C69-75F1-AC7B-7ED6-26B8D37B8ACE}"/>
              </a:ext>
            </a:extLst>
          </p:cNvPr>
          <p:cNvSpPr/>
          <p:nvPr/>
        </p:nvSpPr>
        <p:spPr>
          <a:xfrm>
            <a:off x="4981575" y="5881688"/>
            <a:ext cx="581025" cy="115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8D8983-8B34-6D8F-A441-7FF7B3124124}"/>
              </a:ext>
            </a:extLst>
          </p:cNvPr>
          <p:cNvSpPr txBox="1"/>
          <p:nvPr/>
        </p:nvSpPr>
        <p:spPr>
          <a:xfrm>
            <a:off x="9392817" y="4733731"/>
            <a:ext cx="2481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FE_D017.inp </a:t>
            </a:r>
            <a:r>
              <a:rPr lang="ko-KR" altLang="en-US" sz="1600" dirty="0">
                <a:solidFill>
                  <a:srgbClr val="FF0000"/>
                </a:solidFill>
              </a:rPr>
              <a:t>파일 안에서 </a:t>
            </a:r>
            <a:r>
              <a:rPr lang="en-US" altLang="ko-KR" sz="1600" dirty="0">
                <a:solidFill>
                  <a:srgbClr val="FF0000"/>
                </a:solidFill>
              </a:rPr>
              <a:t>SELEL SET NAME</a:t>
            </a:r>
            <a:r>
              <a:rPr lang="ko-KR" altLang="en-US" sz="1600" dirty="0">
                <a:solidFill>
                  <a:srgbClr val="FF0000"/>
                </a:solidFill>
              </a:rPr>
              <a:t>으로 </a:t>
            </a:r>
            <a:r>
              <a:rPr lang="en-US" altLang="ko-KR" sz="1600" dirty="0">
                <a:solidFill>
                  <a:srgbClr val="FF0000"/>
                </a:solidFill>
              </a:rPr>
              <a:t>LONGTERM </a:t>
            </a:r>
            <a:r>
              <a:rPr lang="ko-KR" altLang="en-US" sz="1600" dirty="0">
                <a:solidFill>
                  <a:srgbClr val="FF0000"/>
                </a:solidFill>
              </a:rPr>
              <a:t>평가하려는 요소번호를 모집합니다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38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3D9314-DDC5-7109-7206-522DD66E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795" y="222249"/>
            <a:ext cx="4861797" cy="4086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53FE4C-082B-21B0-724F-081294D46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72" y="3012949"/>
            <a:ext cx="4577442" cy="38450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C967FE-E2DB-15F3-0E1B-3F5F28D34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59" y="2925258"/>
            <a:ext cx="6088742" cy="36057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F888DF2-4F92-A677-3750-94FFE4D96FF1}"/>
              </a:ext>
            </a:extLst>
          </p:cNvPr>
          <p:cNvSpPr txBox="1"/>
          <p:nvPr/>
        </p:nvSpPr>
        <p:spPr>
          <a:xfrm>
            <a:off x="460310" y="59443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응력 </a:t>
            </a:r>
            <a:r>
              <a:rPr lang="en-US" altLang="ko-KR" b="1" dirty="0"/>
              <a:t>RAO </a:t>
            </a:r>
            <a:r>
              <a:rPr lang="ko-KR" altLang="en-US" b="1" dirty="0"/>
              <a:t>파일 모집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59282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466FDA-3BCC-EA83-3B9C-B8597D2D06A0}"/>
              </a:ext>
            </a:extLst>
          </p:cNvPr>
          <p:cNvSpPr txBox="1"/>
          <p:nvPr/>
        </p:nvSpPr>
        <p:spPr>
          <a:xfrm>
            <a:off x="460310" y="594438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응력 </a:t>
            </a:r>
            <a:r>
              <a:rPr lang="en-US" altLang="ko-KR" b="1" dirty="0"/>
              <a:t>SPECTRUM </a:t>
            </a:r>
            <a:r>
              <a:rPr lang="ko-KR" altLang="en-US" b="1" dirty="0"/>
              <a:t>파일 모집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BE1311-F856-A1A9-D287-24B436AE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15" y="3609975"/>
            <a:ext cx="6391275" cy="1276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5527C6-0A62-2C91-CA70-C3ADC3CCB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010" y="2057400"/>
            <a:ext cx="394676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4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11309</TotalTime>
  <Words>50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work</dc:creator>
  <cp:lastModifiedBy>work</cp:lastModifiedBy>
  <cp:revision>13</cp:revision>
  <dcterms:created xsi:type="dcterms:W3CDTF">2023-12-30T12:29:16Z</dcterms:created>
  <dcterms:modified xsi:type="dcterms:W3CDTF">2024-01-07T08:58:58Z</dcterms:modified>
</cp:coreProperties>
</file>